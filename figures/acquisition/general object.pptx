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9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FDB9F-EA5B-24B7-395A-CE721DDFF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B1831-56BD-B6DF-81C2-C2A593579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04F6E-2FCF-8F5F-558D-40AE8EB25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B316-248D-434E-8D7A-A6C76E310CB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35372-3614-D0B5-0FD0-176E42D9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BF512-E31C-E22A-202E-A23A1AA81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D4C0-A39F-4510-8BF4-7958CA9A27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784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96164-D6D7-1326-9791-17658E89B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75BC2-DEA5-7C99-124E-FAA49C362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148AA-D0E1-9D70-07C7-497910355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B316-248D-434E-8D7A-A6C76E310CB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69DD4-6CCB-D74D-0389-9A9D4443E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9FCE8-EF04-798D-ED84-E7756E427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D4C0-A39F-4510-8BF4-7958CA9A27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129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8417-6660-0771-DFE8-9D0A468A0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9152E-C466-E183-0AEB-AC4F114BA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1D138-5201-5FB2-8E0B-33AD2ECE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B316-248D-434E-8D7A-A6C76E310CB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7F4B2-D963-7D7C-84B4-E4E45888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0234C-1C03-092F-9F2F-225BBB7C4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D4C0-A39F-4510-8BF4-7958CA9A27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422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9822-8558-D05C-088D-C9DBD25E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6CBF8-197B-891C-A4DA-1B2E4CF37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3DD31-E7E1-D679-4885-3857B56AC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18778-99FF-1FFC-66E0-50CCD6BD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B316-248D-434E-8D7A-A6C76E310CB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5A71E-3BFF-1EDD-70CD-B9B421A9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81BE3-2961-B2F9-B96F-E31A180C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D4C0-A39F-4510-8BF4-7958CA9A27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542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6D065-7E79-8079-CC82-0DE705A6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55D8D-9397-DCA2-1EF8-F85B91A6E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0ED81-57D9-AB7D-7D45-E5A69F4D3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B874F5-58F2-4D1F-A676-421256799F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871279-4D0C-C0F1-512D-32A9E0CBD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9CAD99-F1E6-E547-95A0-576EF46A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B316-248D-434E-8D7A-A6C76E310CB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1B3728-F990-7761-064C-AC141C38A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8D0498-1520-6C14-0CE5-C0073F9D1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D4C0-A39F-4510-8BF4-7958CA9A27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612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A9374-A152-CE04-3317-40DF13D5E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3E4C4C-874C-F171-3CFD-CB42A31EE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B316-248D-434E-8D7A-A6C76E310CB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85573-7A3D-F1BB-01CB-85D2A6852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461B4-96A6-6EEB-33F0-CB50CA741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D4C0-A39F-4510-8BF4-7958CA9A27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002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287815-3AF3-D86A-994A-EC5AA30F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B316-248D-434E-8D7A-A6C76E310CB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33F5F-4322-13C3-5B42-8E6A5EA25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A3CF7-910B-770B-FFC3-5964C01B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D4C0-A39F-4510-8BF4-7958CA9A27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309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D94F7-FA3B-E14C-5144-D668583A9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4E47E-0153-EC81-2AE5-7B2504124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FE995-0012-168D-74DD-30113506F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EFD90-7ACC-725B-5DB0-3BB93EC10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B316-248D-434E-8D7A-A6C76E310CB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64EE2-1B61-4EA8-1F09-25F27ED08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DABB9-E5DD-EE66-33FF-4D0161463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D4C0-A39F-4510-8BF4-7958CA9A27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243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DC32C-48CB-F697-7C7C-47CE3A63F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CB4DB9-C906-D08F-B32D-87651160E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EFCA1-4A20-43E5-C69B-464060074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E68AA-9DFA-7EC4-99D9-8007B000D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B316-248D-434E-8D7A-A6C76E310CB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E6024-A7D9-3EB0-DAE6-12919CEC2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17186-F239-D585-4B1C-663EF4B0C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D4C0-A39F-4510-8BF4-7958CA9A27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16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385DA-2D17-1493-CA4B-7CC4AA5E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97495D-97CA-0BCE-AF06-EDE6B1C5C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8C8BB-E91D-B66C-2454-ECFCCAB15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B316-248D-434E-8D7A-A6C76E310CB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21DC0-EA00-E6BC-5728-386F90443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B243-D74D-5456-F3EB-FF61E0A0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D4C0-A39F-4510-8BF4-7958CA9A27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973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170BBB-1F89-AC53-5D5F-F094979AF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C2BE9-248D-5082-DC08-E2BF7C27B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C386F-18F8-BE55-4C04-F513E2264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B316-248D-434E-8D7A-A6C76E310CB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186C7-1AE0-A924-2AB2-FFB489DC9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B47D5-3DCF-BE35-1989-8146EEB5E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3D4C0-A39F-4510-8BF4-7958CA9A27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735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E2D9FA-F211-006C-694D-81F1A6DA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E8E84-E757-9451-D4DC-4819CAB51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1BCD1-2543-3809-50C4-8CE73794A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DEB316-248D-434E-8D7A-A6C76E310CB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F5FBD-B028-F9C4-5712-EC3D230B5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889DA-174F-E7AA-7A96-6BA82F7A9B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3D4C0-A39F-4510-8BF4-7958CA9A27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723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E2C43D-4E12-8B5A-2F67-264CA4F8A806}"/>
              </a:ext>
            </a:extLst>
          </p:cNvPr>
          <p:cNvSpPr/>
          <p:nvPr/>
        </p:nvSpPr>
        <p:spPr>
          <a:xfrm>
            <a:off x="380187" y="257291"/>
            <a:ext cx="1979555" cy="3271101"/>
          </a:xfrm>
          <a:prstGeom prst="roundRect">
            <a:avLst>
              <a:gd name="adj" fmla="val 7785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180000" indent="-180000" algn="l">
              <a:lnSpc>
                <a:spcPts val="196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CEFBC9-931C-EF3A-7FCE-5338CF4ED226}"/>
              </a:ext>
            </a:extLst>
          </p:cNvPr>
          <p:cNvCxnSpPr>
            <a:cxnSpLocks/>
          </p:cNvCxnSpPr>
          <p:nvPr/>
        </p:nvCxnSpPr>
        <p:spPr>
          <a:xfrm>
            <a:off x="380187" y="1192116"/>
            <a:ext cx="1979555" cy="0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722F6E-2A50-318C-64BF-341C16A2B448}"/>
              </a:ext>
            </a:extLst>
          </p:cNvPr>
          <p:cNvCxnSpPr>
            <a:cxnSpLocks/>
          </p:cNvCxnSpPr>
          <p:nvPr/>
        </p:nvCxnSpPr>
        <p:spPr>
          <a:xfrm>
            <a:off x="380187" y="2324903"/>
            <a:ext cx="1979555" cy="0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5BC5C55-6647-9DF7-0E46-267A95A714C4}"/>
              </a:ext>
            </a:extLst>
          </p:cNvPr>
          <p:cNvSpPr txBox="1"/>
          <p:nvPr/>
        </p:nvSpPr>
        <p:spPr>
          <a:xfrm>
            <a:off x="849831" y="612021"/>
            <a:ext cx="783983" cy="2775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1960"/>
              </a:lnSpc>
              <a:buClr>
                <a:schemeClr val="accent1"/>
              </a:buClr>
            </a:pPr>
            <a:r>
              <a:rPr lang="en-US" sz="2400" dirty="0"/>
              <a:t>Object</a:t>
            </a: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9B1BAF-B658-4EAE-2D5B-C95493E913AE}"/>
              </a:ext>
            </a:extLst>
          </p:cNvPr>
          <p:cNvSpPr txBox="1"/>
          <p:nvPr/>
        </p:nvSpPr>
        <p:spPr>
          <a:xfrm>
            <a:off x="763860" y="1267798"/>
            <a:ext cx="1141018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2000" dirty="0"/>
              <a:t>attribute 1</a:t>
            </a:r>
          </a:p>
          <a:p>
            <a:pPr algn="l">
              <a:buClr>
                <a:schemeClr val="accent1"/>
              </a:buClr>
            </a:pPr>
            <a:r>
              <a:rPr lang="en-US" sz="2000" dirty="0"/>
              <a:t>attribute 2</a:t>
            </a:r>
          </a:p>
          <a:p>
            <a:pPr>
              <a:buClr>
                <a:schemeClr val="accent1"/>
              </a:buClr>
            </a:pPr>
            <a:r>
              <a:rPr lang="en-US" sz="2000" dirty="0"/>
              <a:t>attribute 3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7A56A-A504-6B46-7524-27998E07A4C9}"/>
              </a:ext>
            </a:extLst>
          </p:cNvPr>
          <p:cNvSpPr txBox="1"/>
          <p:nvPr/>
        </p:nvSpPr>
        <p:spPr>
          <a:xfrm>
            <a:off x="763860" y="2450931"/>
            <a:ext cx="130166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2000" dirty="0"/>
              <a:t>method1()</a:t>
            </a:r>
          </a:p>
          <a:p>
            <a:pPr algn="l">
              <a:buClr>
                <a:schemeClr val="accent1"/>
              </a:buClr>
            </a:pPr>
            <a:r>
              <a:rPr lang="en-US" sz="2000" dirty="0"/>
              <a:t>method2()</a:t>
            </a:r>
          </a:p>
          <a:p>
            <a:pPr algn="l">
              <a:buClr>
                <a:schemeClr val="accent1"/>
              </a:buClr>
            </a:pPr>
            <a:r>
              <a:rPr lang="en-US" sz="2000" dirty="0"/>
              <a:t>method3()</a:t>
            </a:r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6C584E-5058-EAF2-315E-2BA641050799}"/>
              </a:ext>
            </a:extLst>
          </p:cNvPr>
          <p:cNvSpPr txBox="1"/>
          <p:nvPr/>
        </p:nvSpPr>
        <p:spPr>
          <a:xfrm>
            <a:off x="2939288" y="599352"/>
            <a:ext cx="535403" cy="2492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1960"/>
              </a:lnSpc>
              <a:buClr>
                <a:schemeClr val="accent1"/>
              </a:buClr>
            </a:pPr>
            <a:r>
              <a:rPr lang="en-US" sz="1600" dirty="0">
                <a:solidFill>
                  <a:schemeClr val="accent4"/>
                </a:solidFill>
              </a:rPr>
              <a:t>Name</a:t>
            </a:r>
            <a:endParaRPr lang="en-GB" sz="1600" dirty="0">
              <a:solidFill>
                <a:schemeClr val="accent4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BF93C0-1956-1D6D-CAC2-066CB201F8BE}"/>
              </a:ext>
            </a:extLst>
          </p:cNvPr>
          <p:cNvSpPr txBox="1"/>
          <p:nvPr/>
        </p:nvSpPr>
        <p:spPr>
          <a:xfrm>
            <a:off x="2939288" y="1671651"/>
            <a:ext cx="421975" cy="2492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1960"/>
              </a:lnSpc>
              <a:buClr>
                <a:schemeClr val="accent1"/>
              </a:buClr>
            </a:pPr>
            <a:r>
              <a:rPr lang="en-US" sz="1600" dirty="0">
                <a:solidFill>
                  <a:schemeClr val="accent4"/>
                </a:solidFill>
              </a:rPr>
              <a:t>Data</a:t>
            </a:r>
            <a:endParaRPr lang="en-GB" sz="1600" dirty="0">
              <a:solidFill>
                <a:schemeClr val="accent4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912A2AF-A462-8850-0EDC-914EB6ACBFFB}"/>
              </a:ext>
            </a:extLst>
          </p:cNvPr>
          <p:cNvGrpSpPr/>
          <p:nvPr/>
        </p:nvGrpSpPr>
        <p:grpSpPr>
          <a:xfrm>
            <a:off x="2186433" y="715221"/>
            <a:ext cx="642954" cy="2146389"/>
            <a:chOff x="2186432" y="715221"/>
            <a:chExt cx="1184635" cy="214638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4F51179-A9F6-8B75-52B4-A318A20BC8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6432" y="715221"/>
              <a:ext cx="1184635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43D155E-390D-EE24-67F2-6C9CB54B68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6432" y="1777687"/>
              <a:ext cx="1184635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D346AFB-4743-ECD0-5418-6F2667CA4E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6432" y="2861610"/>
              <a:ext cx="1184635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B16D295-3A21-8559-E5AF-8DBC20836A68}"/>
              </a:ext>
            </a:extLst>
          </p:cNvPr>
          <p:cNvSpPr txBox="1"/>
          <p:nvPr/>
        </p:nvSpPr>
        <p:spPr>
          <a:xfrm>
            <a:off x="2939288" y="2736992"/>
            <a:ext cx="894284" cy="2492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1960"/>
              </a:lnSpc>
              <a:buClr>
                <a:schemeClr val="accent1"/>
              </a:buClr>
            </a:pPr>
            <a:r>
              <a:rPr lang="en-US" sz="1600" dirty="0" err="1">
                <a:solidFill>
                  <a:schemeClr val="accent4"/>
                </a:solidFill>
              </a:rPr>
              <a:t>Behaviour</a:t>
            </a:r>
            <a:endParaRPr lang="en-GB" sz="16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152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Scarpioni, Federico</dc:creator>
  <cp:lastModifiedBy>Scarpioni, Federico</cp:lastModifiedBy>
  <cp:revision>1</cp:revision>
  <dcterms:created xsi:type="dcterms:W3CDTF">2026-02-03T15:52:47Z</dcterms:created>
  <dcterms:modified xsi:type="dcterms:W3CDTF">2026-02-03T15:55:56Z</dcterms:modified>
</cp:coreProperties>
</file>