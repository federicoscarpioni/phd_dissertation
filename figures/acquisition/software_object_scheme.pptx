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7" d="100"/>
          <a:sy n="97" d="100"/>
        </p:scale>
        <p:origin x="99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39861-E094-0AA7-DE10-534B2B89A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96782E-7DF6-5423-E101-0F4CF446F2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D4DD3F-EF6F-0283-1F8D-47086CA45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7CA56-78A1-FC98-508C-D72A3DCC0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278A4-8E03-37E9-8650-4E8E74049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689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78015-A742-922A-36D1-AE77E2A59F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45DE2-5A0E-5790-8466-4797FA323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2DC31-8940-FA26-D0AE-B68A96846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DA93F-6CFC-39EE-2E8D-E7231A744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1C4476-6D56-6AEA-2CA8-520EC55D8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01933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4046B-BA93-65E4-690D-86C00CF7C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C4C31-6235-7374-608F-32A16F861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60DE3-8269-7C62-BDF6-8ECEE31A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274C1E-467F-8CB0-5457-2E9A35BD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A838B-65EF-44F0-006F-5525B7BA9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1356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D7D54-233C-6FD8-D2E8-1F2271875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9B6C1-599C-6CE3-DDB4-FE3837783B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9E0790-A338-2FF2-D251-6352914CE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F09FB-12E2-5391-FC94-D2E42679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05FCCC-5352-E631-863D-DC32092DF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A8073-C8EC-2B08-5F25-FFFD1988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5974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25A42-543C-F949-7D78-6A2B3131C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4E95C-8929-418A-2D47-4850FFA1B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EC1A53-8BC7-BB97-39A1-911AABDF6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0B62D5-867E-879D-CD21-C37BFE916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A0E47F-9DAA-7C39-54C5-A85AF1E0C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83F7A-2061-5100-3F44-6997AA387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BED1E8-0BCD-842A-5305-81C9FCDF1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5B17CD-DCE9-E4DE-E458-A09CC40B8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987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17C63-816F-2F7F-C339-FB0C71CB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004FE-AFC8-87DF-381F-6AAB644FC0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72F946-56D5-28B9-5DCB-AFE6022AB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1157C-A74F-231B-534C-B9D314AFE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01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4C7BA5-3368-A6D9-4F7F-F5345D752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F8EB5-ED73-9B90-2ADF-C87F4134F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722B7C-F1CD-E44C-E7FE-D2360600F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0530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8F93A-53EC-6C0B-CD0A-19D90D85B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95DA9-A241-A95F-E214-1FC937B72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A2268-F087-7B1D-30EE-15DFF0B6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B48A72-163B-C01E-2B75-A0624883D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AAC77-AB3F-8E8B-26C5-C8F0DED26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07F46-DD39-7269-1CFB-F278956A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2441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95D05-905E-AF12-2007-902435B39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4756F2-E202-9876-AA3A-FEBDAF546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626F30-844E-700F-28EE-DE4C513254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A81C1D-9784-5497-2211-3A12F442D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8604E-3C8B-3824-B984-361A06E44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2679C-A09D-07F9-3080-795B19D8E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0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8F50F-7532-92B9-A0CC-114A70ABA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C1A090-E02E-4D30-A5E1-6AFB2E854D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11299-8302-9F34-E295-D4A954E6A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0A924A-3AAF-5D13-FFA7-6998B5C4D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48843C-F4E8-20A1-EE58-61C9549D9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8708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833899-7CC7-5A9E-345C-952AA0604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A1DE89-C419-9900-7B07-25C102150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65F9BA-7DC9-E234-D474-379398A3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72695-5320-F12C-9DAE-4F1CCC7A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0558A3-788D-6228-3165-554E6E10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375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A853D-1C45-113D-E985-9608F93B6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6EB64-BF63-CEE5-3624-68A9A0BA6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9206E-F4CB-54E7-AF21-46307CC4D6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FA8942-3FCC-4CA7-A335-3DAD61A7B7E9}" type="datetimeFigureOut">
              <a:rPr lang="en-GB" smtClean="0"/>
              <a:t>03/02/2026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B24C6-D744-C2A5-FDF4-0433B8CA03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DFCCF-DB23-B348-0015-83693144A3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C67FD9-D0E2-4003-9AD9-506D400D4A1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5614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7D15D8CD-2DC9-3C29-B8F3-20FDE57D4172}"/>
              </a:ext>
            </a:extLst>
          </p:cNvPr>
          <p:cNvGrpSpPr/>
          <p:nvPr/>
        </p:nvGrpSpPr>
        <p:grpSpPr>
          <a:xfrm>
            <a:off x="195872" y="115257"/>
            <a:ext cx="5978786" cy="6107464"/>
            <a:chOff x="1916517" y="321734"/>
            <a:chExt cx="5978786" cy="61074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FB9B3AFA-659D-5E5E-B4F7-20DC8C7E2035}"/>
                </a:ext>
              </a:extLst>
            </p:cNvPr>
            <p:cNvGrpSpPr/>
            <p:nvPr/>
          </p:nvGrpSpPr>
          <p:grpSpPr>
            <a:xfrm>
              <a:off x="1916517" y="344617"/>
              <a:ext cx="1626784" cy="1807259"/>
              <a:chOff x="380187" y="257291"/>
              <a:chExt cx="1979555" cy="3271101"/>
            </a:xfrm>
          </p:grpSpPr>
          <p:sp>
            <p:nvSpPr>
              <p:cNvPr id="6" name="Rectangle: Rounded Corners 5">
                <a:extLst>
                  <a:ext uri="{FF2B5EF4-FFF2-40B4-BE49-F238E27FC236}">
                    <a16:creationId xmlns:a16="http://schemas.microsoft.com/office/drawing/2014/main" id="{FA7BDC54-C679-9171-0112-DD3899017FFE}"/>
                  </a:ext>
                </a:extLst>
              </p:cNvPr>
              <p:cNvSpPr/>
              <p:nvPr/>
            </p:nvSpPr>
            <p:spPr>
              <a:xfrm>
                <a:off x="380187" y="257291"/>
                <a:ext cx="1979555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8F61C67D-A4C3-DB07-F966-062EA9BB11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19795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5F8F518-6D0D-43C6-6857-728E00F66A53}"/>
                  </a:ext>
                </a:extLst>
              </p:cNvPr>
              <p:cNvSpPr txBox="1"/>
              <p:nvPr/>
            </p:nvSpPr>
            <p:spPr>
              <a:xfrm>
                <a:off x="526330" y="546694"/>
                <a:ext cx="1577671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/>
                  <a:t>Pot. Channel</a:t>
                </a:r>
                <a:endParaRPr lang="en-GB" sz="16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E1FAC9C-C2EB-B64E-6952-9974EC4F9BFC}"/>
                  </a:ext>
                </a:extLst>
              </p:cNvPr>
              <p:cNvSpPr txBox="1"/>
              <p:nvPr/>
            </p:nvSpPr>
            <p:spPr>
              <a:xfrm>
                <a:off x="526330" y="1374034"/>
                <a:ext cx="1687267" cy="194974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buClr>
                    <a:schemeClr val="accent1"/>
                  </a:buClr>
                </a:pPr>
                <a:r>
                  <a:rPr lang="en-US" sz="1400" dirty="0"/>
                  <a:t>connect()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load_sequence</a:t>
                </a:r>
                <a:r>
                  <a:rPr lang="en-US" sz="1400" dirty="0"/>
                  <a:t>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/>
                  <a:t>start()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/>
                  <a:t>stop()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get_data</a:t>
                </a:r>
                <a:r>
                  <a:rPr lang="en-US" sz="1400" dirty="0"/>
                  <a:t>()</a:t>
                </a:r>
                <a:endParaRPr lang="en-GB" sz="14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3C2E2A0-3256-DAB3-2F63-5DB1244D0025}"/>
                </a:ext>
              </a:extLst>
            </p:cNvPr>
            <p:cNvGrpSpPr/>
            <p:nvPr/>
          </p:nvGrpSpPr>
          <p:grpSpPr>
            <a:xfrm>
              <a:off x="1916517" y="2328197"/>
              <a:ext cx="1626784" cy="1807259"/>
              <a:chOff x="380187" y="257291"/>
              <a:chExt cx="1979555" cy="3271101"/>
            </a:xfrm>
          </p:grpSpPr>
          <p:sp>
            <p:nvSpPr>
              <p:cNvPr id="16" name="Rectangle: Rounded Corners 15">
                <a:extLst>
                  <a:ext uri="{FF2B5EF4-FFF2-40B4-BE49-F238E27FC236}">
                    <a16:creationId xmlns:a16="http://schemas.microsoft.com/office/drawing/2014/main" id="{4159156A-A50C-9808-0879-55A4188CD88A}"/>
                  </a:ext>
                </a:extLst>
              </p:cNvPr>
              <p:cNvSpPr/>
              <p:nvPr/>
            </p:nvSpPr>
            <p:spPr>
              <a:xfrm>
                <a:off x="380187" y="257291"/>
                <a:ext cx="1979555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02F90243-16C4-7C3B-8EC9-5C2C8D1F2D6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19795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2DB70F9-6375-FC82-C6E6-B68B0A35D4C8}"/>
                  </a:ext>
                </a:extLst>
              </p:cNvPr>
              <p:cNvSpPr txBox="1"/>
              <p:nvPr/>
            </p:nvSpPr>
            <p:spPr>
              <a:xfrm>
                <a:off x="526330" y="590439"/>
                <a:ext cx="1363767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 err="1"/>
                  <a:t>PicoScope</a:t>
                </a:r>
                <a:endParaRPr lang="en-GB" sz="1600" dirty="0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F99B2744-B0D0-21D9-0A88-1D90D4E85D72}"/>
                </a:ext>
              </a:extLst>
            </p:cNvPr>
            <p:cNvGrpSpPr/>
            <p:nvPr/>
          </p:nvGrpSpPr>
          <p:grpSpPr>
            <a:xfrm>
              <a:off x="1916517" y="4621939"/>
              <a:ext cx="1626784" cy="1807259"/>
              <a:chOff x="380187" y="257291"/>
              <a:chExt cx="1979555" cy="3271101"/>
            </a:xfrm>
          </p:grpSpPr>
          <p:sp>
            <p:nvSpPr>
              <p:cNvPr id="21" name="Rectangle: Rounded Corners 20">
                <a:extLst>
                  <a:ext uri="{FF2B5EF4-FFF2-40B4-BE49-F238E27FC236}">
                    <a16:creationId xmlns:a16="http://schemas.microsoft.com/office/drawing/2014/main" id="{B237CDF9-2CD7-F612-6200-B17B52477A7E}"/>
                  </a:ext>
                </a:extLst>
              </p:cNvPr>
              <p:cNvSpPr/>
              <p:nvPr/>
            </p:nvSpPr>
            <p:spPr>
              <a:xfrm>
                <a:off x="380187" y="257291"/>
                <a:ext cx="1979555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39D6AFE6-67CC-7CFF-93C0-77A632096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197955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EAF114-8C22-0B50-4C25-A29BFEE564C8}"/>
                  </a:ext>
                </a:extLst>
              </p:cNvPr>
              <p:cNvSpPr txBox="1"/>
              <p:nvPr/>
            </p:nvSpPr>
            <p:spPr>
              <a:xfrm>
                <a:off x="585980" y="530605"/>
                <a:ext cx="783984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/>
                  <a:t>AWG</a:t>
                </a:r>
                <a:endParaRPr lang="en-GB" sz="1600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A03F3D-E3AA-A8FF-5C33-5550817445DF}"/>
                  </a:ext>
                </a:extLst>
              </p:cNvPr>
              <p:cNvSpPr txBox="1"/>
              <p:nvPr/>
            </p:nvSpPr>
            <p:spPr>
              <a:xfrm>
                <a:off x="585980" y="1476299"/>
                <a:ext cx="1394978" cy="15597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load_save</a:t>
                </a:r>
                <a:r>
                  <a:rPr lang="en-US" sz="1400" dirty="0"/>
                  <a:t>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Set_params</a:t>
                </a:r>
                <a:r>
                  <a:rPr lang="en-US" sz="1400" dirty="0"/>
                  <a:t>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turn_on</a:t>
                </a:r>
                <a:r>
                  <a:rPr lang="en-US" sz="1400" dirty="0"/>
                  <a:t>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Turn_off</a:t>
                </a:r>
                <a:r>
                  <a:rPr lang="en-US" sz="1400" dirty="0"/>
                  <a:t>()</a:t>
                </a:r>
                <a:endParaRPr lang="en-GB" sz="1400" dirty="0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45275564-D3DA-86D5-7604-2BF0D2D724EC}"/>
                </a:ext>
              </a:extLst>
            </p:cNvPr>
            <p:cNvGrpSpPr/>
            <p:nvPr/>
          </p:nvGrpSpPr>
          <p:grpSpPr>
            <a:xfrm>
              <a:off x="3929251" y="4621938"/>
              <a:ext cx="2012734" cy="1807259"/>
              <a:chOff x="380187" y="257291"/>
              <a:chExt cx="2449199" cy="3271101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55FECDF3-24B3-77AD-4BE2-8B065148A100}"/>
                  </a:ext>
                </a:extLst>
              </p:cNvPr>
              <p:cNvSpPr/>
              <p:nvPr/>
            </p:nvSpPr>
            <p:spPr>
              <a:xfrm>
                <a:off x="380187" y="257291"/>
                <a:ext cx="2449199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B2FA8328-8D37-A41A-337D-C476AC435A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2449199" cy="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6E86C18-0F4C-CB0B-77DE-67F32BC00E24}"/>
                  </a:ext>
                </a:extLst>
              </p:cNvPr>
              <p:cNvSpPr txBox="1"/>
              <p:nvPr/>
            </p:nvSpPr>
            <p:spPr>
              <a:xfrm>
                <a:off x="597254" y="641629"/>
                <a:ext cx="2232132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/>
                  <a:t>Multisine Generator</a:t>
                </a:r>
                <a:endParaRPr lang="en-GB" sz="1600" dirty="0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E82D3135-F3AA-98D3-78FC-79D71E07792D}"/>
                </a:ext>
              </a:extLst>
            </p:cNvPr>
            <p:cNvGrpSpPr/>
            <p:nvPr/>
          </p:nvGrpSpPr>
          <p:grpSpPr>
            <a:xfrm>
              <a:off x="6014041" y="321734"/>
              <a:ext cx="1881262" cy="1807259"/>
              <a:chOff x="380187" y="257291"/>
              <a:chExt cx="2289217" cy="3271101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4C64E1F-C9BD-3F6A-F0B6-B9724F236BD0}"/>
                  </a:ext>
                </a:extLst>
              </p:cNvPr>
              <p:cNvSpPr/>
              <p:nvPr/>
            </p:nvSpPr>
            <p:spPr>
              <a:xfrm>
                <a:off x="380187" y="257291"/>
                <a:ext cx="2289217" cy="3271101"/>
              </a:xfrm>
              <a:prstGeom prst="roundRect">
                <a:avLst>
                  <a:gd name="adj" fmla="val 7785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180000" indent="-180000" algn="l">
                  <a:lnSpc>
                    <a:spcPts val="1960"/>
                  </a:lnSpc>
                  <a:buClr>
                    <a:schemeClr val="accent1"/>
                  </a:buClr>
                  <a:buFont typeface="Wingdings" panose="05000000000000000000" pitchFamily="2" charset="2"/>
                  <a:buChar char="§"/>
                </a:pPr>
                <a:endParaRPr lang="en-GB" sz="105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4EDE906E-C278-407E-6404-CDC18A848F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80187" y="1192116"/>
                <a:ext cx="2289217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9E5BD39-1AE5-2049-5598-0DB5544F09F4}"/>
                  </a:ext>
                </a:extLst>
              </p:cNvPr>
              <p:cNvSpPr txBox="1"/>
              <p:nvPr/>
            </p:nvSpPr>
            <p:spPr>
              <a:xfrm>
                <a:off x="590087" y="563244"/>
                <a:ext cx="1545421" cy="45111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lnSpc>
                    <a:spcPts val="1960"/>
                  </a:lnSpc>
                  <a:buClr>
                    <a:schemeClr val="accent1"/>
                  </a:buClr>
                </a:pPr>
                <a:r>
                  <a:rPr lang="en-US" sz="1600" dirty="0" err="1"/>
                  <a:t>DEISChannel</a:t>
                </a:r>
                <a:endParaRPr lang="en-GB" sz="1600" dirty="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7A7DE9B-0724-841C-6AE5-95611478B811}"/>
                  </a:ext>
                </a:extLst>
              </p:cNvPr>
              <p:cNvSpPr txBox="1"/>
              <p:nvPr/>
            </p:nvSpPr>
            <p:spPr>
              <a:xfrm>
                <a:off x="590087" y="1502891"/>
                <a:ext cx="1853357" cy="77989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start_instruments</a:t>
                </a:r>
                <a:r>
                  <a:rPr lang="en-US" sz="1400" dirty="0"/>
                  <a:t>()</a:t>
                </a:r>
              </a:p>
              <a:p>
                <a:pPr algn="l">
                  <a:buClr>
                    <a:schemeClr val="accent1"/>
                  </a:buClr>
                </a:pPr>
                <a:r>
                  <a:rPr lang="en-US" sz="1400" dirty="0" err="1"/>
                  <a:t>stop_instruments</a:t>
                </a:r>
                <a:r>
                  <a:rPr lang="en-US" sz="1400" dirty="0"/>
                  <a:t>()</a:t>
                </a:r>
              </a:p>
            </p:txBody>
          </p:sp>
        </p:grp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1AF8469-7A74-F87E-3E81-68C3A6B6D157}"/>
                </a:ext>
              </a:extLst>
            </p:cNvPr>
            <p:cNvSpPr txBox="1"/>
            <p:nvPr/>
          </p:nvSpPr>
          <p:spPr>
            <a:xfrm>
              <a:off x="2036616" y="2953871"/>
              <a:ext cx="1386584" cy="86177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/>
                <a:t>connect()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/>
                <a:t>start()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/>
                <a:t>stop()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get_data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FC35CB6-A10E-2E30-ED83-B5ACA851D4B1}"/>
                </a:ext>
              </a:extLst>
            </p:cNvPr>
            <p:cNvSpPr txBox="1"/>
            <p:nvPr/>
          </p:nvSpPr>
          <p:spPr>
            <a:xfrm>
              <a:off x="4147844" y="5295432"/>
              <a:ext cx="1633524" cy="6463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update_multisine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turn_on</a:t>
              </a:r>
              <a:r>
                <a:rPr lang="en-US" sz="1400" dirty="0"/>
                <a:t>()</a:t>
              </a:r>
            </a:p>
            <a:p>
              <a:pPr algn="l">
                <a:buClr>
                  <a:schemeClr val="accent1"/>
                </a:buClr>
              </a:pPr>
              <a:r>
                <a:rPr lang="en-US" sz="1400" dirty="0" err="1"/>
                <a:t>Turn_off</a:t>
              </a:r>
              <a:r>
                <a:rPr lang="en-US" sz="1400" dirty="0"/>
                <a:t>()</a:t>
              </a:r>
              <a:endParaRPr lang="en-GB" sz="1400" dirty="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03D0B87-C81B-035F-2A17-147A19FA2EB0}"/>
                </a:ext>
              </a:extLst>
            </p:cNvPr>
            <p:cNvCxnSpPr>
              <a:cxnSpLocks/>
            </p:cNvCxnSpPr>
            <p:nvPr/>
          </p:nvCxnSpPr>
          <p:spPr>
            <a:xfrm>
              <a:off x="3543301" y="501046"/>
              <a:ext cx="2470740" cy="45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0A33B4C5-4B73-1F1A-7247-D8F5F15546D2}"/>
                </a:ext>
              </a:extLst>
            </p:cNvPr>
            <p:cNvCxnSpPr>
              <a:stCxn id="21" idx="3"/>
              <a:endCxn id="26" idx="1"/>
            </p:cNvCxnSpPr>
            <p:nvPr/>
          </p:nvCxnSpPr>
          <p:spPr>
            <a:xfrm flipV="1">
              <a:off x="3543301" y="5525568"/>
              <a:ext cx="385950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8BE71E88-9B7D-62BF-EBD9-68BB584425C1}"/>
                </a:ext>
              </a:extLst>
            </p:cNvPr>
            <p:cNvCxnSpPr>
              <a:cxnSpLocks/>
              <a:stCxn id="26" idx="0"/>
            </p:cNvCxnSpPr>
            <p:nvPr/>
          </p:nvCxnSpPr>
          <p:spPr>
            <a:xfrm rot="5400000" flipH="1" flipV="1">
              <a:off x="3558389" y="2166287"/>
              <a:ext cx="3832880" cy="1078423"/>
            </a:xfrm>
            <a:prstGeom prst="bentConnector3">
              <a:avLst>
                <a:gd name="adj1" fmla="val 100279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5" name="Connector: Elbow 54">
              <a:extLst>
                <a:ext uri="{FF2B5EF4-FFF2-40B4-BE49-F238E27FC236}">
                  <a16:creationId xmlns:a16="http://schemas.microsoft.com/office/drawing/2014/main" id="{E0029FBC-5614-DA44-DABC-7549876137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3299" y="657926"/>
              <a:ext cx="2457543" cy="239757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06387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</Words>
  <Application>Microsoft Office PowerPoint</Application>
  <PresentationFormat>Widescreen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Scarpioni, Federico</dc:creator>
  <cp:lastModifiedBy>Scarpioni, Federico</cp:lastModifiedBy>
  <cp:revision>3</cp:revision>
  <dcterms:created xsi:type="dcterms:W3CDTF">2026-02-03T15:57:58Z</dcterms:created>
  <dcterms:modified xsi:type="dcterms:W3CDTF">2026-02-03T19:47:43Z</dcterms:modified>
</cp:coreProperties>
</file>