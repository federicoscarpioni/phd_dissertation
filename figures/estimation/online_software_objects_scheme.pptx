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9861-E094-0AA7-DE10-534B2B89A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6782E-7DF6-5423-E101-0F4CF446F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DD3F-EF6F-0283-1F8D-47086CA4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7CA56-78A1-FC98-508C-D72A3DCC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278A4-8E03-37E9-8650-4E8E7404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68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8015-A742-922A-36D1-AE77E2A5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5DE2-5A0E-5790-8466-4797FA32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2DC31-8940-FA26-D0AE-B68A9684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DA93F-6CFC-39EE-2E8D-E7231A74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4476-6D56-6AEA-2CA8-520EC55D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1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046B-BA93-65E4-690D-86C00CF7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C4C31-6235-7374-608F-32A16F861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60DE3-8269-7C62-BDF6-8ECEE31A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74C1E-467F-8CB0-5457-2E9A35BD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A838B-65EF-44F0-006F-5525B7BA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13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7D54-233C-6FD8-D2E8-1F227187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B6C1-599C-6CE3-DDB4-FE3837783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E0790-A338-2FF2-D251-6352914CE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F09FB-12E2-5391-FC94-D2E42679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5FCCC-5352-E631-863D-DC32092D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A8073-C8EC-2B08-5F25-FFFD1988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7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5A42-543C-F949-7D78-6A2B3131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4E95C-8929-418A-2D47-4850FFA1B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C1A53-8BC7-BB97-39A1-911AABDF6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0B62D5-867E-879D-CD21-C37BFE916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0E47F-9DAA-7C39-54C5-A85AF1E0C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83F7A-2061-5100-3F44-6997AA38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ED1E8-0BCD-842A-5305-81C9FCDF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B17CD-DCE9-E4DE-E458-A09CC40B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8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7C63-816F-2F7F-C339-FB0C71CB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004FE-AFC8-87DF-381F-6AAB644F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2F946-56D5-28B9-5DCB-AFE6022A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1157C-A74F-231B-534C-B9D314AF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01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C7BA5-3368-A6D9-4F7F-F5345D75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F8EB5-ED73-9B90-2ADF-C87F4134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22B7C-F1CD-E44C-E7FE-D2360600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53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F93A-53EC-6C0B-CD0A-19D90D85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5DA9-A241-A95F-E214-1FC937B72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A2268-F087-7B1D-30EE-15DFF0B6C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48A72-163B-C01E-2B75-A0624883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AAC77-AB3F-8E8B-26C5-C8F0DED2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07F46-DD39-7269-1CFB-F278956A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44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5D05-905E-AF12-2007-902435B3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756F2-E202-9876-AA3A-FEBDAF546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26F30-844E-700F-28EE-DE4C5132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81C1D-9784-5497-2211-3A12F442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8604E-3C8B-3824-B984-361A06E4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2679C-A09D-07F9-3080-795B19D8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0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F50F-7532-92B9-A0CC-114A70AB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1A090-E02E-4D30-A5E1-6AFB2E854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1299-8302-9F34-E295-D4A954E6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A924A-3AAF-5D13-FFA7-6998B5C4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8843C-F4E8-20A1-EE58-61C9549D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70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33899-7CC7-5A9E-345C-952AA0604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1DE89-C419-9900-7B07-25C102150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5F9BA-7DC9-E234-D474-379398A3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72695-5320-F12C-9DAE-4F1CCC7A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558A3-788D-6228-3165-554E6E10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37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A853D-1C45-113D-E985-9608F93B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6EB64-BF63-CEE5-3624-68A9A0BA6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9206E-F4CB-54E7-AF21-46307CC4D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B24C6-D744-C2A5-FDF4-0433B8CA0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DFCCF-DB23-B348-0015-83693144A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61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B9B3AFA-659D-5E5E-B4F7-20DC8C7E2035}"/>
              </a:ext>
            </a:extLst>
          </p:cNvPr>
          <p:cNvGrpSpPr/>
          <p:nvPr/>
        </p:nvGrpSpPr>
        <p:grpSpPr>
          <a:xfrm>
            <a:off x="195872" y="138140"/>
            <a:ext cx="1626784" cy="1807259"/>
            <a:chOff x="380187" y="257291"/>
            <a:chExt cx="1979555" cy="327110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A7BDC54-C679-9171-0112-DD3899017FFE}"/>
                </a:ext>
              </a:extLst>
            </p:cNvPr>
            <p:cNvSpPr/>
            <p:nvPr/>
          </p:nvSpPr>
          <p:spPr>
            <a:xfrm>
              <a:off x="380187" y="257291"/>
              <a:ext cx="1979555" cy="3271101"/>
            </a:xfrm>
            <a:prstGeom prst="roundRect">
              <a:avLst>
                <a:gd name="adj" fmla="val 7785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GB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F61C67D-A4C3-DB07-F966-062EA9BB115C}"/>
                </a:ext>
              </a:extLst>
            </p:cNvPr>
            <p:cNvCxnSpPr>
              <a:cxnSpLocks/>
            </p:cNvCxnSpPr>
            <p:nvPr/>
          </p:nvCxnSpPr>
          <p:spPr>
            <a:xfrm>
              <a:off x="380187" y="1192116"/>
              <a:ext cx="19795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F8F518-6D0D-43C6-6857-728E00F66A53}"/>
                </a:ext>
              </a:extLst>
            </p:cNvPr>
            <p:cNvSpPr txBox="1"/>
            <p:nvPr/>
          </p:nvSpPr>
          <p:spPr>
            <a:xfrm>
              <a:off x="526330" y="546694"/>
              <a:ext cx="1577671" cy="451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960"/>
                </a:lnSpc>
                <a:buClr>
                  <a:schemeClr val="accent1"/>
                </a:buClr>
              </a:pPr>
              <a:r>
                <a:rPr lang="en-US" sz="1600" dirty="0"/>
                <a:t>Pot. Channel</a:t>
              </a:r>
              <a:endParaRPr lang="en-GB" sz="1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1FAC9C-C2EB-B64E-6952-9974EC4F9BFC}"/>
                </a:ext>
              </a:extLst>
            </p:cNvPr>
            <p:cNvSpPr txBox="1"/>
            <p:nvPr/>
          </p:nvSpPr>
          <p:spPr>
            <a:xfrm>
              <a:off x="526330" y="1374034"/>
              <a:ext cx="1687267" cy="1949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sz="1400" dirty="0"/>
                <a:t>connect()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load_sequence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/>
                <a:t>start()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/>
                <a:t>stop()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get_data</a:t>
              </a:r>
              <a:r>
                <a:rPr lang="en-US" sz="1400" dirty="0"/>
                <a:t>()</a:t>
              </a:r>
              <a:endParaRPr lang="en-GB" sz="1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3C2E2A0-3256-DAB3-2F63-5DB1244D0025}"/>
              </a:ext>
            </a:extLst>
          </p:cNvPr>
          <p:cNvGrpSpPr/>
          <p:nvPr/>
        </p:nvGrpSpPr>
        <p:grpSpPr>
          <a:xfrm>
            <a:off x="195872" y="2121720"/>
            <a:ext cx="1626784" cy="1807259"/>
            <a:chOff x="380187" y="257291"/>
            <a:chExt cx="1979555" cy="327110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159156A-A50C-9808-0879-55A4188CD88A}"/>
                </a:ext>
              </a:extLst>
            </p:cNvPr>
            <p:cNvSpPr/>
            <p:nvPr/>
          </p:nvSpPr>
          <p:spPr>
            <a:xfrm>
              <a:off x="380187" y="257291"/>
              <a:ext cx="1979555" cy="3271101"/>
            </a:xfrm>
            <a:prstGeom prst="roundRect">
              <a:avLst>
                <a:gd name="adj" fmla="val 7785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GB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2F90243-16C4-7C3B-8EC9-5C2C8D1F2D6C}"/>
                </a:ext>
              </a:extLst>
            </p:cNvPr>
            <p:cNvCxnSpPr>
              <a:cxnSpLocks/>
            </p:cNvCxnSpPr>
            <p:nvPr/>
          </p:nvCxnSpPr>
          <p:spPr>
            <a:xfrm>
              <a:off x="380187" y="1192116"/>
              <a:ext cx="19795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DB70F9-6375-FC82-C6E6-B68B0A35D4C8}"/>
                </a:ext>
              </a:extLst>
            </p:cNvPr>
            <p:cNvSpPr txBox="1"/>
            <p:nvPr/>
          </p:nvSpPr>
          <p:spPr>
            <a:xfrm>
              <a:off x="526330" y="590439"/>
              <a:ext cx="1363767" cy="451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960"/>
                </a:lnSpc>
                <a:buClr>
                  <a:schemeClr val="accent1"/>
                </a:buClr>
              </a:pPr>
              <a:r>
                <a:rPr lang="en-US" sz="1600" dirty="0" err="1"/>
                <a:t>PicoScope</a:t>
              </a:r>
              <a:endParaRPr lang="en-GB" sz="16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9B2744-B0D0-21D9-0A88-1D90D4E85D72}"/>
              </a:ext>
            </a:extLst>
          </p:cNvPr>
          <p:cNvGrpSpPr/>
          <p:nvPr/>
        </p:nvGrpSpPr>
        <p:grpSpPr>
          <a:xfrm>
            <a:off x="195872" y="4415462"/>
            <a:ext cx="1626784" cy="1807259"/>
            <a:chOff x="380187" y="257291"/>
            <a:chExt cx="1979555" cy="327110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237CDF9-2CD7-F612-6200-B17B52477A7E}"/>
                </a:ext>
              </a:extLst>
            </p:cNvPr>
            <p:cNvSpPr/>
            <p:nvPr/>
          </p:nvSpPr>
          <p:spPr>
            <a:xfrm>
              <a:off x="380187" y="257291"/>
              <a:ext cx="1979555" cy="3271101"/>
            </a:xfrm>
            <a:prstGeom prst="roundRect">
              <a:avLst>
                <a:gd name="adj" fmla="val 7785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GB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9D6AFE6-67CC-7CFF-93C0-77A6320969C0}"/>
                </a:ext>
              </a:extLst>
            </p:cNvPr>
            <p:cNvCxnSpPr>
              <a:cxnSpLocks/>
            </p:cNvCxnSpPr>
            <p:nvPr/>
          </p:nvCxnSpPr>
          <p:spPr>
            <a:xfrm>
              <a:off x="380187" y="1192116"/>
              <a:ext cx="19795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EAF114-8C22-0B50-4C25-A29BFEE564C8}"/>
                </a:ext>
              </a:extLst>
            </p:cNvPr>
            <p:cNvSpPr txBox="1"/>
            <p:nvPr/>
          </p:nvSpPr>
          <p:spPr>
            <a:xfrm>
              <a:off x="585980" y="530605"/>
              <a:ext cx="783984" cy="451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960"/>
                </a:lnSpc>
                <a:buClr>
                  <a:schemeClr val="accent1"/>
                </a:buClr>
              </a:pPr>
              <a:r>
                <a:rPr lang="en-US" sz="1600" dirty="0"/>
                <a:t>AWG</a:t>
              </a:r>
              <a:endParaRPr lang="en-GB" sz="16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A03F3D-E3AA-A8FF-5C33-5550817445DF}"/>
                </a:ext>
              </a:extLst>
            </p:cNvPr>
            <p:cNvSpPr txBox="1"/>
            <p:nvPr/>
          </p:nvSpPr>
          <p:spPr>
            <a:xfrm>
              <a:off x="585980" y="1476299"/>
              <a:ext cx="1394978" cy="15597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load_save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Set_params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turn_on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Turn_off</a:t>
              </a:r>
              <a:r>
                <a:rPr lang="en-US" sz="1400" dirty="0"/>
                <a:t>()</a:t>
              </a:r>
              <a:endParaRPr lang="en-GB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5275564-D3DA-86D5-7604-2BF0D2D724EC}"/>
              </a:ext>
            </a:extLst>
          </p:cNvPr>
          <p:cNvGrpSpPr/>
          <p:nvPr/>
        </p:nvGrpSpPr>
        <p:grpSpPr>
          <a:xfrm>
            <a:off x="2208606" y="4415461"/>
            <a:ext cx="2012734" cy="1807259"/>
            <a:chOff x="380187" y="257291"/>
            <a:chExt cx="2449199" cy="327110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5FECDF3-24B3-77AD-4BE2-8B065148A100}"/>
                </a:ext>
              </a:extLst>
            </p:cNvPr>
            <p:cNvSpPr/>
            <p:nvPr/>
          </p:nvSpPr>
          <p:spPr>
            <a:xfrm>
              <a:off x="380187" y="257291"/>
              <a:ext cx="2449199" cy="3271101"/>
            </a:xfrm>
            <a:prstGeom prst="roundRect">
              <a:avLst>
                <a:gd name="adj" fmla="val 7785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GB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2FA8328-8D37-A41A-337D-C476AC435AA5}"/>
                </a:ext>
              </a:extLst>
            </p:cNvPr>
            <p:cNvCxnSpPr>
              <a:cxnSpLocks/>
            </p:cNvCxnSpPr>
            <p:nvPr/>
          </p:nvCxnSpPr>
          <p:spPr>
            <a:xfrm>
              <a:off x="380187" y="1192116"/>
              <a:ext cx="2449199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E86C18-0F4C-CB0B-77DE-67F32BC00E24}"/>
                </a:ext>
              </a:extLst>
            </p:cNvPr>
            <p:cNvSpPr txBox="1"/>
            <p:nvPr/>
          </p:nvSpPr>
          <p:spPr>
            <a:xfrm>
              <a:off x="597254" y="641629"/>
              <a:ext cx="2232132" cy="451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960"/>
                </a:lnSpc>
                <a:buClr>
                  <a:schemeClr val="accent1"/>
                </a:buClr>
              </a:pPr>
              <a:r>
                <a:rPr lang="en-US" sz="1600" dirty="0"/>
                <a:t>Multisine Generator</a:t>
              </a:r>
              <a:endParaRPr lang="en-GB" sz="16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2D3135-F3AA-98D3-78FC-79D71E07792D}"/>
              </a:ext>
            </a:extLst>
          </p:cNvPr>
          <p:cNvGrpSpPr/>
          <p:nvPr/>
        </p:nvGrpSpPr>
        <p:grpSpPr>
          <a:xfrm>
            <a:off x="8771386" y="138140"/>
            <a:ext cx="1881262" cy="1807259"/>
            <a:chOff x="380187" y="257291"/>
            <a:chExt cx="2289217" cy="3271101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4C64E1F-C9BD-3F6A-F0B6-B9724F236BD0}"/>
                </a:ext>
              </a:extLst>
            </p:cNvPr>
            <p:cNvSpPr/>
            <p:nvPr/>
          </p:nvSpPr>
          <p:spPr>
            <a:xfrm>
              <a:off x="380187" y="257291"/>
              <a:ext cx="2289217" cy="3271101"/>
            </a:xfrm>
            <a:prstGeom prst="roundRect">
              <a:avLst>
                <a:gd name="adj" fmla="val 7785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GB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EDE906E-C278-407E-6404-CDC18A848F3C}"/>
                </a:ext>
              </a:extLst>
            </p:cNvPr>
            <p:cNvCxnSpPr>
              <a:cxnSpLocks/>
            </p:cNvCxnSpPr>
            <p:nvPr/>
          </p:nvCxnSpPr>
          <p:spPr>
            <a:xfrm>
              <a:off x="380187" y="1192116"/>
              <a:ext cx="2289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E5BD39-1AE5-2049-5598-0DB5544F09F4}"/>
                </a:ext>
              </a:extLst>
            </p:cNvPr>
            <p:cNvSpPr txBox="1"/>
            <p:nvPr/>
          </p:nvSpPr>
          <p:spPr>
            <a:xfrm>
              <a:off x="590087" y="563244"/>
              <a:ext cx="1545421" cy="451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960"/>
                </a:lnSpc>
                <a:buClr>
                  <a:schemeClr val="accent1"/>
                </a:buClr>
              </a:pPr>
              <a:r>
                <a:rPr lang="en-US" sz="1600" dirty="0" err="1"/>
                <a:t>DEISChannel</a:t>
              </a:r>
              <a:endParaRPr lang="en-GB" sz="1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A7DE9B-0724-841C-6AE5-95611478B811}"/>
                </a:ext>
              </a:extLst>
            </p:cNvPr>
            <p:cNvSpPr txBox="1"/>
            <p:nvPr/>
          </p:nvSpPr>
          <p:spPr>
            <a:xfrm>
              <a:off x="590087" y="1502891"/>
              <a:ext cx="1853357" cy="7798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start_instruments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stop_instruments</a:t>
              </a:r>
              <a:r>
                <a:rPr lang="en-US" sz="1400" dirty="0"/>
                <a:t>()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1AF8469-7A74-F87E-3E81-68C3A6B6D157}"/>
              </a:ext>
            </a:extLst>
          </p:cNvPr>
          <p:cNvSpPr txBox="1"/>
          <p:nvPr/>
        </p:nvSpPr>
        <p:spPr>
          <a:xfrm>
            <a:off x="315971" y="2747394"/>
            <a:ext cx="138658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400" dirty="0"/>
              <a:t>connect()</a:t>
            </a:r>
          </a:p>
          <a:p>
            <a:pPr algn="l">
              <a:buClr>
                <a:schemeClr val="accent1"/>
              </a:buClr>
            </a:pPr>
            <a:r>
              <a:rPr lang="en-US" sz="1400" dirty="0"/>
              <a:t>start()</a:t>
            </a:r>
          </a:p>
          <a:p>
            <a:pPr algn="l">
              <a:buClr>
                <a:schemeClr val="accent1"/>
              </a:buClr>
            </a:pPr>
            <a:r>
              <a:rPr lang="en-US" sz="1400" dirty="0"/>
              <a:t>stop()</a:t>
            </a:r>
          </a:p>
          <a:p>
            <a:pPr algn="l">
              <a:buClr>
                <a:schemeClr val="accent1"/>
              </a:buClr>
            </a:pPr>
            <a:r>
              <a:rPr lang="en-US" sz="1400" dirty="0" err="1"/>
              <a:t>get_data</a:t>
            </a:r>
            <a:r>
              <a:rPr lang="en-US" sz="1400" dirty="0"/>
              <a:t>()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35CB6-A10E-2E30-ED83-B5ACA851D4B1}"/>
              </a:ext>
            </a:extLst>
          </p:cNvPr>
          <p:cNvSpPr txBox="1"/>
          <p:nvPr/>
        </p:nvSpPr>
        <p:spPr>
          <a:xfrm>
            <a:off x="2427199" y="5088955"/>
            <a:ext cx="1633524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400" dirty="0" err="1"/>
              <a:t>update_multisine</a:t>
            </a:r>
            <a:r>
              <a:rPr lang="en-US" sz="1400" dirty="0"/>
              <a:t>()</a:t>
            </a:r>
          </a:p>
          <a:p>
            <a:pPr algn="l">
              <a:buClr>
                <a:schemeClr val="accent1"/>
              </a:buClr>
            </a:pPr>
            <a:r>
              <a:rPr lang="en-US" sz="1400" dirty="0" err="1"/>
              <a:t>turn_on</a:t>
            </a:r>
            <a:r>
              <a:rPr lang="en-US" sz="1400" dirty="0"/>
              <a:t>()</a:t>
            </a:r>
          </a:p>
          <a:p>
            <a:pPr algn="l">
              <a:buClr>
                <a:schemeClr val="accent1"/>
              </a:buClr>
            </a:pPr>
            <a:r>
              <a:rPr lang="en-US" sz="1400" dirty="0" err="1"/>
              <a:t>Turn_off</a:t>
            </a:r>
            <a:r>
              <a:rPr lang="en-US" sz="1400" dirty="0"/>
              <a:t>()</a:t>
            </a:r>
            <a:endParaRPr lang="en-GB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3D0B87-C81B-035F-2A17-147A19FA2EB0}"/>
              </a:ext>
            </a:extLst>
          </p:cNvPr>
          <p:cNvCxnSpPr>
            <a:cxnSpLocks/>
          </p:cNvCxnSpPr>
          <p:nvPr/>
        </p:nvCxnSpPr>
        <p:spPr>
          <a:xfrm>
            <a:off x="1822656" y="353011"/>
            <a:ext cx="6948730" cy="21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A33B4C5-4B73-1F1A-7247-D8F5F15546D2}"/>
              </a:ext>
            </a:extLst>
          </p:cNvPr>
          <p:cNvCxnSpPr>
            <a:cxnSpLocks/>
          </p:cNvCxnSpPr>
          <p:nvPr/>
        </p:nvCxnSpPr>
        <p:spPr>
          <a:xfrm flipV="1">
            <a:off x="1838160" y="4752259"/>
            <a:ext cx="3859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0029FBC-5614-DA44-DABC-754987613737}"/>
              </a:ext>
            </a:extLst>
          </p:cNvPr>
          <p:cNvCxnSpPr>
            <a:cxnSpLocks/>
          </p:cNvCxnSpPr>
          <p:nvPr/>
        </p:nvCxnSpPr>
        <p:spPr>
          <a:xfrm flipV="1">
            <a:off x="1838160" y="1395236"/>
            <a:ext cx="3930629" cy="1029806"/>
          </a:xfrm>
          <a:prstGeom prst="bentConnector3">
            <a:avLst>
              <a:gd name="adj1" fmla="val 1473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6246FD-666C-3CF1-8EBE-EEEAD4B3BF70}"/>
              </a:ext>
            </a:extLst>
          </p:cNvPr>
          <p:cNvGrpSpPr/>
          <p:nvPr/>
        </p:nvGrpSpPr>
        <p:grpSpPr>
          <a:xfrm>
            <a:off x="2890878" y="2221057"/>
            <a:ext cx="1626784" cy="1807259"/>
            <a:chOff x="380187" y="257291"/>
            <a:chExt cx="1979555" cy="327110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0E99A4D-F58C-B58D-1E05-E64517620A6A}"/>
                </a:ext>
              </a:extLst>
            </p:cNvPr>
            <p:cNvSpPr/>
            <p:nvPr/>
          </p:nvSpPr>
          <p:spPr>
            <a:xfrm>
              <a:off x="380187" y="257291"/>
              <a:ext cx="1979555" cy="3271101"/>
            </a:xfrm>
            <a:prstGeom prst="roundRect">
              <a:avLst>
                <a:gd name="adj" fmla="val 7785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GB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ECDEA4-F5F0-93A3-458F-80EDBBA64546}"/>
                </a:ext>
              </a:extLst>
            </p:cNvPr>
            <p:cNvCxnSpPr>
              <a:cxnSpLocks/>
            </p:cNvCxnSpPr>
            <p:nvPr/>
          </p:nvCxnSpPr>
          <p:spPr>
            <a:xfrm>
              <a:off x="380187" y="1583635"/>
              <a:ext cx="19795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90A66F7-D06D-64D3-7268-03D9ED4B93AE}"/>
                </a:ext>
              </a:extLst>
            </p:cNvPr>
            <p:cNvSpPr txBox="1"/>
            <p:nvPr/>
          </p:nvSpPr>
          <p:spPr>
            <a:xfrm>
              <a:off x="563941" y="471183"/>
              <a:ext cx="1612045" cy="9153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960"/>
                </a:lnSpc>
                <a:buClr>
                  <a:schemeClr val="accent1"/>
                </a:buClr>
              </a:pPr>
              <a:r>
                <a:rPr lang="en-US" sz="1600" dirty="0"/>
                <a:t>Multifrequency analysis</a:t>
              </a:r>
              <a:endParaRPr lang="en-GB" sz="16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FD66A21-1C8A-B445-9966-6F4E24B2D3DE}"/>
                </a:ext>
              </a:extLst>
            </p:cNvPr>
            <p:cNvSpPr txBox="1"/>
            <p:nvPr/>
          </p:nvSpPr>
          <p:spPr>
            <a:xfrm>
              <a:off x="593523" y="1892841"/>
              <a:ext cx="1394978" cy="11698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compute_fft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find_peaks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compute_z</a:t>
              </a:r>
              <a:r>
                <a:rPr lang="en-US" sz="1400" dirty="0"/>
                <a:t>()</a:t>
              </a:r>
              <a:endParaRPr lang="en-GB" sz="1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8DBEBDF-97E8-2534-06BA-55D12AFF2F25}"/>
              </a:ext>
            </a:extLst>
          </p:cNvPr>
          <p:cNvGrpSpPr/>
          <p:nvPr/>
        </p:nvGrpSpPr>
        <p:grpSpPr>
          <a:xfrm>
            <a:off x="5768789" y="1218090"/>
            <a:ext cx="2012734" cy="1807259"/>
            <a:chOff x="7298202" y="2443043"/>
            <a:chExt cx="2012734" cy="180725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B35AA46-92D5-A062-302F-D3D65DA0AC48}"/>
                </a:ext>
              </a:extLst>
            </p:cNvPr>
            <p:cNvGrpSpPr/>
            <p:nvPr/>
          </p:nvGrpSpPr>
          <p:grpSpPr>
            <a:xfrm>
              <a:off x="7298202" y="2443043"/>
              <a:ext cx="2012734" cy="1807259"/>
              <a:chOff x="380187" y="257291"/>
              <a:chExt cx="2449199" cy="3271101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BB940406-B2E4-4799-ED4F-57B1D0D4D149}"/>
                  </a:ext>
                </a:extLst>
              </p:cNvPr>
              <p:cNvSpPr/>
              <p:nvPr/>
            </p:nvSpPr>
            <p:spPr>
              <a:xfrm>
                <a:off x="380187" y="257291"/>
                <a:ext cx="2449199" cy="3271101"/>
              </a:xfrm>
              <a:prstGeom prst="roundRect">
                <a:avLst>
                  <a:gd name="adj" fmla="val 7785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180000" indent="-180000" algn="l">
                  <a:lnSpc>
                    <a:spcPts val="196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GB" sz="10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2977CDB-B177-2E87-7FAC-A809FA871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187" y="1192116"/>
                <a:ext cx="2449199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89C28F-070B-5BF1-CB7F-8531F6FA91B8}"/>
                  </a:ext>
                </a:extLst>
              </p:cNvPr>
              <p:cNvSpPr txBox="1"/>
              <p:nvPr/>
            </p:nvSpPr>
            <p:spPr>
              <a:xfrm>
                <a:off x="597254" y="641629"/>
                <a:ext cx="2232132" cy="451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ts val="1960"/>
                  </a:lnSpc>
                  <a:buClr>
                    <a:schemeClr val="accent1"/>
                  </a:buClr>
                </a:pPr>
                <a:r>
                  <a:rPr lang="en-US" sz="1600" dirty="0"/>
                  <a:t>Online Calculator</a:t>
                </a:r>
                <a:endParaRPr lang="en-GB" sz="1600" dirty="0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B5CE21-8197-9F3A-874E-52A7430D1330}"/>
                </a:ext>
              </a:extLst>
            </p:cNvPr>
            <p:cNvSpPr txBox="1"/>
            <p:nvPr/>
          </p:nvSpPr>
          <p:spPr>
            <a:xfrm>
              <a:off x="7475016" y="3074630"/>
              <a:ext cx="178759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Get_windowed_data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run_stft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Low_pass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/>
                <a:t>Decimation()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Save_to_disk</a:t>
              </a:r>
              <a:r>
                <a:rPr lang="en-US" sz="1400" dirty="0"/>
                <a:t>()</a:t>
              </a:r>
              <a:endParaRPr lang="en-GB" sz="1400" dirty="0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FDCE1CC-BD5F-24E0-F331-93CAE762653E}"/>
              </a:ext>
            </a:extLst>
          </p:cNvPr>
          <p:cNvCxnSpPr>
            <a:cxnSpLocks/>
          </p:cNvCxnSpPr>
          <p:nvPr/>
        </p:nvCxnSpPr>
        <p:spPr>
          <a:xfrm flipV="1">
            <a:off x="4517661" y="1555051"/>
            <a:ext cx="1248223" cy="10370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C80771C-CCFA-0611-CB5F-63FFB509CD4B}"/>
              </a:ext>
            </a:extLst>
          </p:cNvPr>
          <p:cNvCxnSpPr>
            <a:cxnSpLocks/>
          </p:cNvCxnSpPr>
          <p:nvPr/>
        </p:nvCxnSpPr>
        <p:spPr>
          <a:xfrm flipV="1">
            <a:off x="7763474" y="476735"/>
            <a:ext cx="1004545" cy="9536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00D0628-DA12-EA31-DAF6-B5E145B148D0}"/>
              </a:ext>
            </a:extLst>
          </p:cNvPr>
          <p:cNvCxnSpPr>
            <a:stCxn id="28" idx="3"/>
          </p:cNvCxnSpPr>
          <p:nvPr/>
        </p:nvCxnSpPr>
        <p:spPr>
          <a:xfrm flipV="1">
            <a:off x="4221340" y="601352"/>
            <a:ext cx="4550046" cy="4151071"/>
          </a:xfrm>
          <a:prstGeom prst="bentConnector3">
            <a:avLst>
              <a:gd name="adj1" fmla="val 962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38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Scarpioni, Federico</dc:creator>
  <cp:lastModifiedBy>Scarpioni, Federico</cp:lastModifiedBy>
  <cp:revision>4</cp:revision>
  <dcterms:created xsi:type="dcterms:W3CDTF">2026-02-03T15:57:58Z</dcterms:created>
  <dcterms:modified xsi:type="dcterms:W3CDTF">2026-02-03T19:57:02Z</dcterms:modified>
</cp:coreProperties>
</file>